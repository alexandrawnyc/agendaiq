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AgendaIQ v6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500-Page Agendas into Actionable Intelligence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182880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91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the Commission Auditor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Miami-Dade County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32918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Manual Process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4592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per agenda — printed, read by hand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4592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prep for a single committee meeting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4592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tracking between committee and BCC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9776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4592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archive of prior research notes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188720"/>
            <a:ext cx="3840480" cy="32918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AGENDAIQ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19202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3504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— AI reads every item, every PDF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26060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03504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reading time for researchers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3291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03504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detection: committee vs BCC diffs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39776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03504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history with audit trail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quality. Fraction of the time. Twenty to fifty dollars a month.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4173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6002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Scrape &amp; Extract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Legistar for matching agendas, downloads every item PDF, extracts text (even from scanned documents via OCR).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60604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37560" y="118872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06240" y="14173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60020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2044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AI Analyzes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520440" y="29260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reads each item with web search enabled, generates a structured debrief, flags watch points, and summarizes legislative history.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606040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17920" y="118872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086600" y="14173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600200"/>
            <a:ext cx="548640" cy="5486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0080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Deliver &amp; Track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400800" y="29260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Word and Excel deliverables. Researchers add notes, reviewers approve, and assignments carry forward across meeting stages.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&amp; Intelligence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54864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188720"/>
            <a:ext cx="731520" cy="7315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+ Web Search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20240" y="14630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 analyzes each item with live web search — not just the PDF, but current news, prior coverage, and legal context.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194560"/>
            <a:ext cx="54864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2331720"/>
            <a:ext cx="731520" cy="7315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468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2240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Cross-Stage Tracking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920240" y="26060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item moves from committee to BCC, notes, assignments, and priority carry forward automatically — nothing gets lost.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337560"/>
            <a:ext cx="54864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3474720"/>
            <a:ext cx="731520" cy="73152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6118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3383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Detection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20240" y="37490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compares committee vs BCC versions and flags what changed — amended language, dollar amounts, new conditions, scope.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analysis is logged per-item with full token counts — cost auditability built in from day one.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about to see — step by step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09928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 a Live Agenda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97680" y="16916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meeting date, select committees, click Analyze — watch the AI process every item in real 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3134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an Item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23134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item drawer — see AI summary, watch points, legislative history, and the Appearances tab.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53512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29352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Change Detection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97680" y="293522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BCC item that was at committee — see the red Changes box and carried notes.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575304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35570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the AI a Question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97680" y="355701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Chat to ask a follow-up about the item — then add the response to your notes.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197096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41788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&amp; Export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297680" y="41788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researcher + due date, then export the Word deliverable.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Costs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$20–$50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total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+ AI combined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41148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280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hosting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0" y="1280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$7/mo flat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920240"/>
            <a:ext cx="41148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 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0" y="1920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$13–$43/mo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743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Built-In Optimizations Cut AI Costs 70–90%</a:t>
            </a:r>
            <a:endParaRPr lang="en-US" sz="13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3246120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74920" y="32004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PDF trimming — sends only relevant pages, not full 200-page PDFs</a:t>
            </a:r>
            <a:endParaRPr lang="en-US" sz="11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74904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74920" y="37033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 — 90% discount on repeated system prompts</a:t>
            </a:r>
            <a:endParaRPr lang="en-US" sz="11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42519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74920" y="42062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Content-hash dedup — identical items analyzed once, reused for free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74320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Demo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67712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240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analysis pipeline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2491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2697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carry-forward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82112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39312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8680" y="3611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+ Excel exports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096512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68680" y="4069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Help system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680" y="2743200"/>
            <a:ext cx="228600" cy="22860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3291840" y="109728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3291840" y="1097280"/>
            <a:ext cx="274320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3"/>
          <p:cNvSpPr/>
          <p:nvPr/>
        </p:nvSpPr>
        <p:spPr>
          <a:xfrm>
            <a:off x="329184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347472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County SSO + Database</a:t>
            </a:r>
            <a:endParaRPr lang="en-US" sz="15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2267712"/>
            <a:ext cx="228600" cy="2286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794760" y="2240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SSO via MSAL</a:t>
            </a:r>
            <a:endParaRPr lang="en-US" sz="12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0" y="2724912"/>
            <a:ext cx="228600" cy="2286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794760" y="2697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Postgres (multi-user)</a:t>
            </a:r>
            <a:endParaRPr lang="en-US" sz="12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0" y="3182112"/>
            <a:ext cx="228600" cy="2286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3794760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2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4720" y="3639312"/>
            <a:ext cx="228600" cy="2286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3794760" y="3611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changes needed</a:t>
            </a:r>
            <a:endParaRPr lang="en-US" sz="12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760" y="2743200"/>
            <a:ext cx="228600" cy="228600"/>
          </a:xfrm>
          <a:prstGeom prst="rect">
            <a:avLst/>
          </a:prstGeom>
        </p:spPr>
      </p:pic>
      <p:sp>
        <p:nvSpPr>
          <p:cNvPr id="32" name="Shape 19"/>
          <p:cNvSpPr/>
          <p:nvPr/>
        </p:nvSpPr>
        <p:spPr>
          <a:xfrm>
            <a:off x="6217920" y="109728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0"/>
          <p:cNvSpPr/>
          <p:nvPr/>
        </p:nvSpPr>
        <p:spPr>
          <a:xfrm>
            <a:off x="6217920" y="1097280"/>
            <a:ext cx="2743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21"/>
          <p:cNvSpPr/>
          <p:nvPr/>
        </p:nvSpPr>
        <p:spPr>
          <a:xfrm>
            <a:off x="621792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300" dirty="0"/>
          </a:p>
        </p:txBody>
      </p:sp>
      <p:sp>
        <p:nvSpPr>
          <p:cNvPr id="35" name="Text 22"/>
          <p:cNvSpPr/>
          <p:nvPr/>
        </p:nvSpPr>
        <p:spPr>
          <a:xfrm>
            <a:off x="640080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Planner Integration</a:t>
            </a:r>
            <a:endParaRPr lang="en-US" sz="1500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2267712"/>
            <a:ext cx="228600" cy="228600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6720840" y="2240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sync with MS Planner</a:t>
            </a:r>
            <a:endParaRPr lang="en-US" sz="1200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2724912"/>
            <a:ext cx="228600" cy="22860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6720840" y="2697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in Director's dashboard</a:t>
            </a:r>
            <a:endParaRPr lang="en-US" sz="1200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3182112"/>
            <a:ext cx="228600" cy="228600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6720840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+ due dates auto-sync</a:t>
            </a:r>
            <a:endParaRPr lang="en-US" sz="1200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3639312"/>
            <a:ext cx="228600" cy="22860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6720840" y="3611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double entry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tool. Every agenda. Every item.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500 pages to actionable intelligence — in minutes, not days.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182880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min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2–3 days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$20–50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7472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21792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AgendaIQ v6 — Director Briefing</dc:title>
  <dc:subject>PptxGenJS Presentation</dc:subject>
  <dc:creator>Alexandra Nimni</dc:creator>
  <cp:lastModifiedBy>Alexandra Nimni</cp:lastModifiedBy>
  <cp:revision>1</cp:revision>
  <dcterms:created xsi:type="dcterms:W3CDTF">2026-04-16T19:08:16Z</dcterms:created>
  <dcterms:modified xsi:type="dcterms:W3CDTF">2026-04-16T19:08:16Z</dcterms:modified>
</cp:coreProperties>
</file>