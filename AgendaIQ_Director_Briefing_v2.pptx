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AgendaIQ v6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500-Page Agendas into Actionable Intelligence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Commission Auditor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County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agenda — printed, read by hand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prep for a single committee meeting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tracking between committee and BCC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archive of prior research notes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AGENDAIQ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AI reads every item, every PDF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reading time for researchers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350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detection: committee vs BCC diffs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977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350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history with audit trail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quality. Fraction of the time. Twenty to fifty dollars a month.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Scrape &amp; Extract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Legistar for matching agendas, downloads every item PDF, extracts text (even from scanned documents via OCR).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60604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0624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002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AI Analyzes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52044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reads each item with web search enabled, generates a structured debrief, flags watch points, and summarizes legislative history.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60604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8660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60020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080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Deliver &amp; Track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40080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Word and Excel deliverables. Researchers add notes, reviewers approve, and assignments carry forward across meeting stages.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&amp;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+ Web Search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1463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analyzes each item with live web search — not just the PDF, but current news, prior coverage, and legal context.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331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Cross-Stage Tracking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20240" y="2606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item moves from committee to BCC, notes, assignments, and priority carry forward automatically — nothing gets lost.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11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Detection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3749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committee vs BCC versions and flags what changed — amended language, dollar amounts, new conditions, scope.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is logged per-item with full token counts — cost auditability built in from day one.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 — Data Accuracy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the AI isn't making things up?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Safeguards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11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9659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actual extracted PDF text — not summaries of summaries. Source data goes in, analysis comes out.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517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606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is live — AI verifies facts against current news and county records in real time.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918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246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PDFs that can't be read are flagged MANUAL REVIEW — the AI never guesses at unreadable content.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319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886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 force consistent output format. No free-form rambling — summary, watch points, fiscal impact.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754880" y="137160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993392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57800" y="1965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 backend, SQLite database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377440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57800" y="2350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extracts text, Tesseract OCR for scans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761488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57800" y="27340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API (Anthropic) with web search</a:t>
            </a:r>
            <a:endParaRPr lang="en-US" sz="10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145536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57800" y="31181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logging per-item for cost audit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529584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57800" y="35021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 cache prevents duplicate API calls</a:t>
            </a:r>
            <a:endParaRPr lang="en-US" sz="10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913632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257800" y="38862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on our server — PDFs cached locally</a:t>
            </a:r>
            <a:endParaRPr lang="en-US" sz="105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4297680"/>
            <a:ext cx="182880" cy="18288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257800" y="4270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Render.com with nightly backups</a:t>
            </a:r>
            <a:endParaRPr lang="en-US" sz="1050" dirty="0"/>
          </a:p>
        </p:txBody>
      </p:sp>
      <p:sp>
        <p:nvSpPr>
          <p:cNvPr id="31" name="Shape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19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a tool for researchers — not a replacement. Every analysis can be edited, annotated, and reviewed before it becomes a deliverable.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see — step by step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0992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a Live Agenda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1691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meeting date, select committees, click Analyze — watch the AI process every item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313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an Item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3134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item drawer — see AI summary, watch points, legislative history, and the Appearances tab.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535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935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Change Detection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29352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BCC item that was at committee — see the red Changes box and carried notes.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557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AI a Question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97680" y="35570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Chat to ask a follow-up about the item — then add the response to your notes.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9709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178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&amp; Export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97680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researcher + due date, then export the Word deliverable.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$20–$50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total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AI combined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4114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hosting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1280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$7/mo flat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4114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$13–$43/mo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Built-In Optimizations Cut AI Costs 70–90%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324612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74920" y="3200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PDF trimming — sends only relevant pages, not full 200-page PDFs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7490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3703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— 90% discount on repeated system prompts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251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4206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 dedup — identical items analyzed once, reused for free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Demo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6771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analysis pipeline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49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carry-forward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8211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931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Excel exports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96512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8680" y="4069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Help system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2743200"/>
            <a:ext cx="228600" cy="228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29184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3291840" y="1097280"/>
            <a:ext cx="27432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3"/>
          <p:cNvSpPr/>
          <p:nvPr/>
        </p:nvSpPr>
        <p:spPr>
          <a:xfrm>
            <a:off x="329184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347472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County SSO + Database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267712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9476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SSO via MSAL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2724912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9476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(multi-user)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182112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9476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3639312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9476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needed</a:t>
            </a:r>
            <a:endParaRPr lang="en-US" sz="12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2743200"/>
            <a:ext cx="228600" cy="2286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621792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0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21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35" name="Text 22"/>
          <p:cNvSpPr/>
          <p:nvPr/>
        </p:nvSpPr>
        <p:spPr>
          <a:xfrm>
            <a:off x="640080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 Integration</a:t>
            </a:r>
            <a:endParaRPr lang="en-US" sz="15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267712"/>
            <a:ext cx="228600" cy="2286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72084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 with MS Planner</a:t>
            </a:r>
            <a:endParaRPr lang="en-US" sz="12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724912"/>
            <a:ext cx="228600" cy="2286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72084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in Director's dashboard</a:t>
            </a:r>
            <a:endParaRPr lang="en-US" sz="120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182112"/>
            <a:ext cx="228600" cy="2286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72084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due dates auto-sync</a:t>
            </a:r>
            <a:endParaRPr lang="en-US" sz="12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639312"/>
            <a:ext cx="228600" cy="2286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72084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double entry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tool. Every agenda. Every item.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500 pages to actionable intelligence — in minutes, not days.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2–3 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$20–50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AgendaIQ v6 — Director Briefing</dc:title>
  <dc:subject>PptxGenJS Presentation</dc:subject>
  <dc:creator>Alexandra Nimni</dc:creator>
  <cp:lastModifiedBy>Alexandra Nimni</cp:lastModifiedBy>
  <cp:revision>1</cp:revision>
  <dcterms:created xsi:type="dcterms:W3CDTF">2026-04-16T19:30:43Z</dcterms:created>
  <dcterms:modified xsi:type="dcterms:W3CDTF">2026-04-16T19:30:43Z</dcterms:modified>
</cp:coreProperties>
</file>