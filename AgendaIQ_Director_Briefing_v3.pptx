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AgendaIQ v6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50–200 Page Agendas into Actionable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Commission Auditor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County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agenda — each with backing PDFs, read by hand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prep for a single committee meeting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tracking between committee and BCC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archive of prior research notes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AGENDAIQ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AI reads every item, every PDF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reading time for researchers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350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committee vs BCC diffs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history with audit trail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quality. Fraction of the time. Twenty to fifty dollars a month.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Scrape &amp; Extract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Legistar for matching agendas, downloads every item PDF, extracts text (even from scanned documents via OCR).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0604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0624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002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AI Analyzes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2044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reads each item with web search enabled, generates a structured debrief, flags watch points, and summarizes legislative history.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6060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8660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0020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Deliver &amp; Track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0080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Word and Excel deliverables. Researchers add notes, reviewers approve, and assignments carry forward across meeting stages.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&amp;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Web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1463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analyzes each item with live web search — not just the PDF, but current news, prior coverage, and legal context.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Cross-Stage Tracking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2606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item moves from committee to BCC, notes, assignments, and priority carry forward automatically — nothing gets lost.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11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3749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committee vs BCC versions and flags what changed — amended language, dollar amounts, new conditions, scope.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is logged per-item with full token counts — cost auditability built in from day 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 — Data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the AI isn't making things up?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98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actual PDF text, not summaries of summaries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68880" y="1234440"/>
            <a:ext cx="19659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1298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56032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facts against current news and records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17720" y="1234440"/>
            <a:ext cx="19659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25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0" y="1298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Flag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0916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PDFs flagged — AI never guesses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766560" y="1234440"/>
            <a:ext cx="19659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258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1298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5800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 every time — summary, watch points, fiscal impact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0837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29718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+ SQLite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app's engine and database — lightweight, proven, no extra servers needed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83864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1520" y="34472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Tesseract OCR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reads text from PDFs, even scanned paper documents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59352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1520" y="39227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API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Anthropic's fastest AI model with built-in web search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008376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029200" y="29718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logging per-item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AI call is tracked so you can audit exactly what it costs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483864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29200" y="34472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dedup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the same item appears twice, the stored result is reused for free</a:t>
            </a:r>
            <a:endParaRPr lang="en-US" sz="10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959352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029200" y="39227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hosting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 server that's always on — $7/mo, auto-deploys from code, nightly backups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a tool for researchers — not a replacement. Every analysis can be edited, annotated, and reviewed before it becomes a deliverable.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 — step by step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a Live Agenda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691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meeting date, select committees, click Analyze — watch the AI process every item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313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an Item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313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item drawer — see AI summary, watch points, legislative history, and the Appearances tab.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Change Detection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2935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BCC item that was at committee — see the red Changes box and carried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57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AI a Question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97680" y="3557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Chat to ask a follow-up about the item — then add the response to your notes.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178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&amp; Export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97680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researcher + due date, then export the Word deliverable.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$20–$50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total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AI combined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114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hosting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$7/mo flat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4114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$13–$43/mo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Built-In Optimizations Cut AI Costs 70–90%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32461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4920" y="3200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PDF trimming — sends only relevant pages, not full 200-page PDFs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490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3703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90% discount on repeated system prompts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251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4206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dedup — identical items analyzed once, reused for free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Demo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6771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analysis pipeline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carry-forward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8211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93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Excel exports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96512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Help system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2743200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29184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3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34747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 SSO + Database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26771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9476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SSO via MSAL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724912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(multi-user)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182112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9476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639312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9476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2743200"/>
            <a:ext cx="228600" cy="2286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0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21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64008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 Integration</a:t>
            </a:r>
            <a:endParaRPr lang="en-US" sz="15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267712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72084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 with MS Planner</a:t>
            </a:r>
            <a:endParaRPr lang="en-US" sz="12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724912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72084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in Director's dashboard</a:t>
            </a:r>
            <a:endParaRPr lang="en-US" sz="12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182112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7208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due dates auto-sync</a:t>
            </a:r>
            <a:endParaRPr lang="en-US" sz="12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639312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72084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double entry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tool. Every agenda. Every item.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80–150 items per agenda to actionable intelligence — in minutes, not days.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2–3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AgendaIQ v6 — Director Briefing</dc:title>
  <dc:subject>PptxGenJS Presentation</dc:subject>
  <dc:creator>Alexandra Nimni</dc:creator>
  <cp:lastModifiedBy>Alexandra Nimni</cp:lastModifiedBy>
  <cp:revision>1</cp:revision>
  <dcterms:created xsi:type="dcterms:W3CDTF">2026-04-16T19:46:35Z</dcterms:created>
  <dcterms:modified xsi:type="dcterms:W3CDTF">2026-04-16T19:46:35Z</dcterms:modified>
</cp:coreProperties>
</file>